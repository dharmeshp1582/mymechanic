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5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23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8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2066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Internship Progress: API Development &amp; Full-Stack Fundamentals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98716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This presentation outlines the learning objectives and project accomplishments from </a:t>
            </a:r>
            <a:r>
              <a:rPr lang="en-US" sz="1750" kern="0" spc="-36">
                <a:solidFill>
                  <a:srgbClr val="E5E0D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weeks 5-11 </a:t>
            </a:r>
            <a:r>
              <a:rPr lang="en-US" sz="1750" kern="0" spc="-36" dirty="0">
                <a:solidFill>
                  <a:srgbClr val="E5E0D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of the internship. The primary focus was on API Development &amp; Full-Stack Fundamentals.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33102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Topics covered include RESTful APIs, Node.js, Express.js, and MongoDB. The goal was to build a solid foundation for full-stack development.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632888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3C3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7972"/>
            <a:ext cx="91687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RESTful API Fundamentals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24870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Retrieves movie data. Example: </a:t>
            </a:r>
            <a:r>
              <a:rPr lang="en-US" sz="1750" b="1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/movies/123</a:t>
            </a: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fetches a movie by ID.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3724870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new movies to the database. Includes a request body with movie details.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3724870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existing movie information. Example: </a:t>
            </a:r>
            <a:r>
              <a:rPr lang="en-US" sz="1750" b="1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 /movies/123</a:t>
            </a: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replaces the movie resource.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143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3724870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movies from the database. Example: </a:t>
            </a:r>
            <a:r>
              <a:rPr lang="en-US" sz="1750" b="1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/movies/123</a:t>
            </a: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63570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5 focused on understanding and implementing the core HTTP methods for building RESTful APIs. A mini searchable movie web app was introduced.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7364"/>
            <a:ext cx="8204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Node.js and Express.js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18492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227427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184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75340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Server-side JavaScript runtime. Event-driven, non-blocking I/O model.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18492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32" y="3227427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78" y="3184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System Module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54078" y="3675340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Interacts with files and directories. Reads movie data from a JSON file.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18492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5204" y="3227427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7249" y="31849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HTTP Module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377249" y="3675340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HTTP servers and clients. Handles requests and responses.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2460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288518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5246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NPM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30906" y="5736431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dependencies. Installs Express.js, Mongoose.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28667" y="52460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3737" y="5288518"/>
            <a:ext cx="340162" cy="42529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65783" y="5246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Express.js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8165783" y="5736431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application framework. Routing, middleware, templating.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250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915" y="2837498"/>
            <a:ext cx="10234851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kern="0" spc="-11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API Testing, Middleware, and MongoDB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15" y="3730228"/>
            <a:ext cx="464939" cy="4649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01829" y="3697724"/>
            <a:ext cx="2325053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Testing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301829" y="4099917"/>
            <a:ext cx="1267765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kern="0" spc="-29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API endpoints. Tests status codes and response data.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15" y="4987885"/>
            <a:ext cx="464939" cy="4649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1829" y="4955381"/>
            <a:ext cx="2325053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Middleware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301829" y="5357574"/>
            <a:ext cx="1267765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kern="0" spc="-29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processing pipeline. Authentication, logging, error handling.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15" y="6245543"/>
            <a:ext cx="464939" cy="4649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01829" y="6213038"/>
            <a:ext cx="2325053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kern="0" spc="-55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301829" y="6615232"/>
            <a:ext cx="1267765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kern="0" spc="-29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database with Mongoose. Schemas, models, CRUD operations.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50915" y="7121962"/>
            <a:ext cx="13328571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kern="0" spc="-29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 introduced crucial elements for building robust APIs. API testing ensures reliability. Middleware enhances request handling. MongoDB provides flexible data storage.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Authentication &amp; CRUD API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88883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20611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Secures API endpoints. Implements registration, login, logout.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158734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JWT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87596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JSON Web Tokens for authentication. Hashing passwords with bcrypt.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828586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CRUD API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545818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endpoints for creating, reading, updating, deleting.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3168" y="716637"/>
            <a:ext cx="7928015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kern="0" spc="-98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Project Setup &amp; Database Design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83168" y="1487210"/>
            <a:ext cx="7977664" cy="1625203"/>
          </a:xfrm>
          <a:prstGeom prst="roundRect">
            <a:avLst>
              <a:gd name="adj" fmla="val 4307"/>
            </a:avLst>
          </a:prstGeom>
          <a:solidFill>
            <a:srgbClr val="110080"/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57357" y="1661398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kern="0" spc="-4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Setup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357" y="2021681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 init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7357" y="2346603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 install</a:t>
            </a: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dependencies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7357" y="2671524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Structure: models/, routes/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3168" y="3278981"/>
            <a:ext cx="7977664" cy="1300282"/>
          </a:xfrm>
          <a:prstGeom prst="roundRect">
            <a:avLst>
              <a:gd name="adj" fmla="val 538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57357" y="3453170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kern="0" spc="-4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Users Schema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7357" y="3813453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username, email, password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7357" y="4138374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(admin, garage owner)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3168" y="4745831"/>
            <a:ext cx="7977664" cy="1300282"/>
          </a:xfrm>
          <a:prstGeom prst="roundRect">
            <a:avLst>
              <a:gd name="adj" fmla="val 538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57357" y="4920020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kern="0" spc="-4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Garage Schema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7357" y="5280303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garageName, location, capacity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7357" y="5605224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amenities, openingHours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3168" y="6212681"/>
            <a:ext cx="7977664" cy="1300282"/>
          </a:xfrm>
          <a:prstGeom prst="roundRect">
            <a:avLst>
              <a:gd name="adj" fmla="val 538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57357" y="6386870"/>
            <a:ext cx="208299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kern="0" spc="-49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Schema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7357" y="6747153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userId, garageId, date, time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7357" y="7072074"/>
            <a:ext cx="762928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vehicleDetails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9381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Role-Based Access Control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780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7809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users and settings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349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Garage Owner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3499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garage details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18472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18472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garage slots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is implemented to protect API endpoints. Middleware checks user roles. Admins can create garage owners.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99279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Garage Booking Functionality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Garage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chooses location and time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 Availability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checks for open slots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 Booking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finalizes reservation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 to DB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details stored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18341"/>
            <a:ext cx="58465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Demonstration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72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 of the mini movie search web app. Showcase the CRUD API functionality.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482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the garage booking system with role-based access.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0668"/>
            <a:ext cx="102630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Authentication &amp; Dashboard UI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064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87566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secure user registration and login using JWT. Integrated form validation to prevent vulnerabilities.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06152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Stored user credentials securely using bcrypt with salt.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00406" y="28064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0406" y="3387566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personalized user dashboard providing access to key features. Utilized React components for a responsive interface.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07022" y="2806422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Garage Owner Dashboard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07022" y="3741896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 dashboard for garage owners to manage services and bookings. Implemented role-based access control.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013638" y="28064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Panel UI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13638" y="3387566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an admin panel interface for managing users and system settings. Ensured a clean layout for efficient tasks.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048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660" y="751165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kern="0" spc="-1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Performance Indicators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660" y="2399109"/>
            <a:ext cx="531614" cy="5316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0660" y="3143369"/>
            <a:ext cx="2339102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99.9% Authentication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30660" y="3935492"/>
            <a:ext cx="2339102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rate in user login and signup processes.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730" y="2399109"/>
            <a:ext cx="531614" cy="5316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8730" y="3143369"/>
            <a:ext cx="233922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&lt;2s Load Time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8888730" y="3603188"/>
            <a:ext cx="23392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dashboard load times.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6919" y="2399109"/>
            <a:ext cx="531614" cy="5316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6919" y="3143369"/>
            <a:ext cx="233922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90/100 Security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1546919" y="3603188"/>
            <a:ext cx="23392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security audit score using OWASP ZAP.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0660" y="5593913"/>
            <a:ext cx="531614" cy="5316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30660" y="6338173"/>
            <a:ext cx="233910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kern="0" spc="-63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Feedback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6230660" y="6797993"/>
            <a:ext cx="233910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kern="0" spc="-33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user testing results.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11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Password Management &amp; Integration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6640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3664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Forgot Password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15444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a secure feature using email verification.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6640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22583" y="3664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Reset Password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22583" y="415444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functionality allowing users to securely update passwords.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251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309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Frontend/Backend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21553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the frontend components with the backend API.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1776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&amp; Landing Page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Navbar &amp; Sidebar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Finalized the design for improved navigation and experience.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Landing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 compelling page for all user types with clear messaging.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56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Fixing &amp; Refinement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7339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303973" y="3373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Identification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03973" y="3863816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Conducted thorough testing to identify bugs.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133951" y="445353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644134" y="4453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Fixing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44134" y="4943951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bugs with guidance, ensuring code quality.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474232" y="5533668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984415" y="5533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Refinement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984415" y="6024086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Refactored code to improve readability.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5402"/>
            <a:ext cx="5993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Solutions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2822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 Issues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Solved with careful API design and testing.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5139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Concerns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will Address with secure coding and validation.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87456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Responsiveness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 will Improve with responsive design techniques.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6890"/>
            <a:ext cx="64138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enhanced user experience and system security. Future plans include continued development.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to the trainer and team for their support. We improved secure coding practices.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21035"/>
            <a:ext cx="6626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kern="0" spc="-134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and Next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25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30906" y="4825127"/>
            <a:ext cx="2934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Accomplishments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315545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of learning outcomes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825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165783" y="4825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67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Plans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65783" y="5315545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165783" y="5757743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updates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165783" y="6199942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UI/UX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81799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internship provided a solid foundation in full-stack development. Future development plans include payment integration and improved user experience.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95268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863</Words>
  <Application>Microsoft Office PowerPoint</Application>
  <PresentationFormat>Custom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Inter</vt:lpstr>
      <vt:lpstr>Inter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Dharmesh patel</cp:lastModifiedBy>
  <cp:revision>4</cp:revision>
  <dcterms:created xsi:type="dcterms:W3CDTF">2025-03-28T16:34:07Z</dcterms:created>
  <dcterms:modified xsi:type="dcterms:W3CDTF">2025-04-05T06:27:17Z</dcterms:modified>
</cp:coreProperties>
</file>